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amar a los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MILONGUEROS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de por qué ellos son irresistibles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 milonguero?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milonguero es una persona cuya vida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en torno al tango.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simplemente alguien que baila —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alguien que VIVE el tango.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lleva en el alma, en el abrazo,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modo en que escucha la música,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cómo conecta con el otro.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0" y="1280160"/>
            <a:ext cx="2834640" cy="3383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371600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milonguero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lunfardo rioplatense.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que frecuenta las milongas y hace del tango su forma de vida y expresión máxima.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8B1A1A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00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ABRAZO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972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sin palabras más poderoso del mundo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85953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737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milonguero abraza con el alma, no solo con los brazos. Cada abrazo es una conversación íntima y sincera.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889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2697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contener al otro sin aplastarlo — la danza del espacio y la confianza.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4904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657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abrazo milonguero te hace sentir protegido/a y libre al mismo tiempo. Magia pura.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LA MÚSICA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21031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28016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algn="ctr" indent="0" marL="0">
              <a:buNone/>
            </a:pPr>
            <a:r>
              <a:rPr lang="en-US" sz="2000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milonguero no escucha la música.</a:t>
            </a:r>
            <a:endParaRPr lang="en-US" sz="6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respira, la siente en los huesos</a:t>
            </a:r>
            <a:endParaRPr lang="en-US" sz="6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la convierte en movimiento.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Gardel, Di Sarli, Piazzolla... </a:t>
            </a:r>
            <a:pPr algn="ctr" indent="0" marL="0">
              <a:buNone/>
            </a:pPr>
            <a:r>
              <a:rPr lang="en-US" sz="15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solo nombres: son dioses del panteón milonguero. Amarlos es amar una cultura entera.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LA COMUNIDAD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274320" y="1280160"/>
            <a:ext cx="2743200" cy="3383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417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 sin sangre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20574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milonga crea lazos profundos. Los milongueros se cuidan, se conocen, comparten viajes, alegrías y pérdidas.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2743200" cy="3383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1417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fronteras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337560" y="20574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 cualquier ciudad del mundo y encontrar una milonga es encontrar casa. El tango conecta culturas.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480" y="1280160"/>
            <a:ext cx="2743200" cy="3383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417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Tradición viva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63640" y="20574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milonguero es un custodio de una tradición centenaria que se transmite en el abrazo, tanda a tanda.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PASIÓN &amp; ELEGANCIA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pasión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84048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milonguero siente el tango en cada célula de su cuerpo. Cuando abraza a su pareja de baile, no actúa: entrega. Esa intensidad y presencia plena es adictiva y contagiosa para quienes los rodean.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45720" cy="3474720"/>
          </a:xfrm>
          <a:prstGeom prst="rect">
            <a:avLst/>
          </a:prstGeom>
          <a:solidFill>
            <a:srgbClr val="8C7B6B"/>
          </a:solidFill>
          <a:ln w="12700">
            <a:solidFill>
              <a:srgbClr val="8C7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elegancia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754880" y="1664208"/>
            <a:ext cx="393192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830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la ropa (aunque el milonguero sabe vestirse). Es una elegancia de alma: el respeto por la pareja, el silencio entre temas, el cabeceo que invita sin imponer. Clase en cada detalle.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PACIENCIA &amp; SABIDURÍA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74320" y="1280160"/>
            <a:ext cx="1005840" cy="1005840"/>
          </a:xfrm>
          <a:prstGeom prst="ellipse">
            <a:avLst/>
          </a:prstGeom>
          <a:solidFill>
            <a:srgbClr val="8B1A1A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4630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PROMEDIO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dominar el tango. El milonguero no busca atajos: entiende que lo bueno toma tiempo.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2468880"/>
            <a:ext cx="1005840" cy="1005840"/>
          </a:xfrm>
          <a:prstGeom prst="ellipse">
            <a:avLst/>
          </a:prstGeom>
          <a:solidFill>
            <a:srgbClr val="8B1A1A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4630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HUMILDAD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63040" y="2880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hay algo nuevo que aprender. El verdadero milonguero nunca deja de ser alumno.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4320" y="3657600"/>
            <a:ext cx="1005840" cy="1005840"/>
          </a:xfrm>
          <a:prstGeom prst="ellipse">
            <a:avLst/>
          </a:prstGeom>
          <a:solidFill>
            <a:srgbClr val="8B1A1A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3657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4630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A LA VEZ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6304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el presente. Tres minutos de música, un abrazo, una conexión. Filosofía de vida entera.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74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resumen...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amar a los milongueros?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son personas que eligieron construir su vida alrededor de la belleza, la conexión humana y el arte. En un mundo acelerado y superficial, el milonguero recuerda que lo más importante cabe en tres minutos de música y un abrazo sincero.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Amarlos es amar lo mejor de lo que somos como rioplatenses. 🌹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 qué amar a los milongueros</dc:title>
  <dc:subject>PptxGenJS Presentation</dc:subject>
  <dc:creator>PptxGenJS</dc:creator>
  <cp:lastModifiedBy>PptxGenJS</cp:lastModifiedBy>
  <cp:revision>1</cp:revision>
  <dcterms:created xsi:type="dcterms:W3CDTF">2026-05-03T19:15:19Z</dcterms:created>
  <dcterms:modified xsi:type="dcterms:W3CDTF">2026-05-03T19:15:19Z</dcterms:modified>
</cp:coreProperties>
</file>